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67C7E6E-25A1-458D-916D-0FD20665725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2DDD8F2-B751-4163-8C03-7230AAF917A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00364" y="785794"/>
            <a:ext cx="4714908" cy="1894362"/>
          </a:xfrm>
        </p:spPr>
        <p:txBody>
          <a:bodyPr>
            <a:normAutofit/>
          </a:bodyPr>
          <a:lstStyle/>
          <a:p>
            <a:r>
              <a:rPr lang="pt-BR" sz="4400" dirty="0" smtClean="0">
                <a:latin typeface="Berlin Sans FB" pitchFamily="34" charset="0"/>
              </a:rPr>
              <a:t>Banco de dados</a:t>
            </a:r>
            <a:endParaRPr lang="pt-BR" sz="4400" dirty="0">
              <a:latin typeface="Berlin Sans FB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1670" y="5500702"/>
            <a:ext cx="6172200" cy="571504"/>
          </a:xfrm>
        </p:spPr>
        <p:txBody>
          <a:bodyPr>
            <a:normAutofit/>
          </a:bodyPr>
          <a:lstStyle/>
          <a:p>
            <a:r>
              <a:rPr lang="pt-BR" sz="1600" dirty="0" smtClean="0"/>
              <a:t>SENAI – Serviço Nacional de Aprendizagem Industrial</a:t>
            </a:r>
            <a:endParaRPr lang="pt-BR" sz="16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214546" y="6072206"/>
            <a:ext cx="4839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>
                <a:solidFill>
                  <a:schemeClr val="tx2"/>
                </a:solidFill>
              </a:rPr>
              <a:t>Alunos: Nelson, Paola, Rafaela, Renan e Vanessa</a:t>
            </a:r>
            <a:endParaRPr lang="pt-BR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smtClean="0">
                <a:latin typeface="Arial Black" pitchFamily="34" charset="0"/>
              </a:rPr>
              <a:t>O que é um banco de dados?</a:t>
            </a:r>
            <a:endParaRPr lang="pt-BR" b="1" u="sng" dirty="0">
              <a:latin typeface="Arial Black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00034" y="1984248"/>
            <a:ext cx="7467600" cy="4873752"/>
          </a:xfrm>
        </p:spPr>
        <p:txBody>
          <a:bodyPr>
            <a:normAutofit/>
          </a:bodyPr>
          <a:lstStyle/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Um banco de dados permite armazenar, organizar e consultar informações de maneira estruturada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Sistema de gerenciamento: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HeidiSQL</a:t>
            </a: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Linguagem utilizada: SQL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Tecnologias estudadas: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MySQL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e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MariaDB</a:t>
            </a: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err="1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Laragon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ambiente local para executar serviços como o servidor de banco de dados.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smtClean="0">
                <a:latin typeface="Arial Black" pitchFamily="34" charset="0"/>
              </a:rPr>
              <a:t>Tabelas e organização dos dados</a:t>
            </a:r>
            <a:endParaRPr lang="pt-BR" b="1" u="sng" dirty="0">
              <a:latin typeface="Arial Black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28596" y="1857364"/>
            <a:ext cx="7467600" cy="487375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O banco de dados possui tabelas que organizam diferentes informações:</a:t>
            </a:r>
          </a:p>
          <a:p>
            <a:pPr algn="ctr">
              <a:buNone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Clientes: dados dos clientes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Fornecedores: dados dos fornecedores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Produtos: informações dos produtos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Pedidos: registros dos pedidos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Compras: informações das compras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Também foram utilizadas tabelas temporárias, como </a:t>
            </a:r>
            <a:r>
              <a:rPr lang="pt-BR" sz="2000" dirty="0" err="1" smtClean="0">
                <a:solidFill>
                  <a:schemeClr val="bg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clientes_temp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e </a:t>
            </a:r>
            <a:r>
              <a:rPr lang="pt-BR" sz="2000" dirty="0" err="1" smtClean="0">
                <a:solidFill>
                  <a:schemeClr val="bg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fornecedores_temp</a:t>
            </a:r>
            <a:endParaRPr lang="pt-BR" sz="2000" dirty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err="1" smtClean="0">
                <a:latin typeface="Arial Black" pitchFamily="34" charset="0"/>
              </a:rPr>
              <a:t>Views</a:t>
            </a:r>
            <a:r>
              <a:rPr lang="pt-BR" b="1" u="sng" dirty="0" smtClean="0">
                <a:latin typeface="Arial Black" pitchFamily="34" charset="0"/>
              </a:rPr>
              <a:t>: quais dados mostram?</a:t>
            </a:r>
            <a:endParaRPr lang="pt-BR" b="1" u="sng" dirty="0">
              <a:latin typeface="Arial Black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28596" y="1785926"/>
            <a:ext cx="7467600" cy="4873752"/>
          </a:xfrm>
        </p:spPr>
        <p:txBody>
          <a:bodyPr>
            <a:normAutofit/>
          </a:bodyPr>
          <a:lstStyle/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As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Views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são consultas salvas que permitem visualizar informações específicas do banco de dados, sem precisar consultar todas as tabelas separadamente.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	No projeto, foram utilizadas para apresentar informações como:</a:t>
            </a:r>
          </a:p>
          <a:p>
            <a:pPr>
              <a:buNone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Dados dos fornecedores;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Informações dos pedidos e seus valores;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Produtos mais vendidos;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Valor total das vendas.</a:t>
            </a:r>
          </a:p>
          <a:p>
            <a:pPr>
              <a:buNone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err="1" smtClean="0">
                <a:latin typeface="Arial Black" pitchFamily="34" charset="0"/>
              </a:rPr>
              <a:t>Stored</a:t>
            </a:r>
            <a:r>
              <a:rPr lang="pt-BR" b="1" u="sng" dirty="0" smtClean="0">
                <a:latin typeface="Arial Black" pitchFamily="34" charset="0"/>
              </a:rPr>
              <a:t> </a:t>
            </a:r>
            <a:r>
              <a:rPr lang="pt-BR" b="1" u="sng" dirty="0" err="1" smtClean="0">
                <a:latin typeface="Arial Black" pitchFamily="34" charset="0"/>
              </a:rPr>
              <a:t>Procedures</a:t>
            </a:r>
            <a:r>
              <a:rPr lang="pt-BR" b="1" u="sng" dirty="0" smtClean="0">
                <a:latin typeface="Arial Black" pitchFamily="34" charset="0"/>
              </a:rPr>
              <a:t>: o que fazem?</a:t>
            </a:r>
            <a:endParaRPr lang="pt-BR" b="1" u="sng" dirty="0">
              <a:latin typeface="Arial Black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28596" y="1785926"/>
            <a:ext cx="7467600" cy="48737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São conjuntos de comandos SQL armazenados no banco de dados, que podem ser executados sempre que necessário.</a:t>
            </a: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Elas servem para:</a:t>
            </a:r>
          </a:p>
          <a:p>
            <a:pPr>
              <a:buNone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Automatizar operações no banco de dados;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Executar comandos SQL em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sequência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Facilitar a realização de tarefas repetitivas;</a:t>
            </a:r>
          </a:p>
          <a:p>
            <a:r>
              <a:rPr lang="pt-BR" sz="2000" dirty="0" smtClean="0">
                <a:latin typeface="Arial" pitchFamily="34" charset="0"/>
                <a:cs typeface="Arial" pitchFamily="34" charset="0"/>
              </a:rPr>
              <a:t>Receber parâmetros para realizar operações específicas.</a:t>
            </a: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Comando utilizado: </a:t>
            </a:r>
            <a:r>
              <a:rPr lang="pt-BR" sz="20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CALL, 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que permite executar uma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Stored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Procedure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pt-BR" sz="2000" dirty="0" smtClean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	</a:t>
            </a:r>
            <a:endParaRPr lang="pt-BR" sz="2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err="1" smtClean="0">
                <a:latin typeface="Arial Black" pitchFamily="34" charset="0"/>
              </a:rPr>
              <a:t>Triggers</a:t>
            </a:r>
            <a:r>
              <a:rPr lang="pt-BR" b="1" u="sng" dirty="0" smtClean="0">
                <a:latin typeface="Arial Black" pitchFamily="34" charset="0"/>
              </a:rPr>
              <a:t>: o que fazem?</a:t>
            </a:r>
            <a:endParaRPr lang="pt-BR" b="1" u="sng" dirty="0">
              <a:latin typeface="Arial Black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Triggers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são comandos que são executados automaticamente quando acontece uma determinada ação em uma tabela do banco de dados.</a:t>
            </a: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Eles podem ser acionados por operações como:</a:t>
            </a:r>
          </a:p>
          <a:p>
            <a:r>
              <a:rPr lang="pt-BR" sz="2000" i="1" dirty="0" smtClean="0">
                <a:latin typeface="Arial" pitchFamily="34" charset="0"/>
                <a:cs typeface="Arial" pitchFamily="34" charset="0"/>
              </a:rPr>
              <a:t>INSERT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inserir dados;</a:t>
            </a:r>
          </a:p>
          <a:p>
            <a:r>
              <a:rPr lang="pt-BR" sz="2000" i="1" dirty="0" smtClean="0">
                <a:latin typeface="Arial" pitchFamily="34" charset="0"/>
                <a:cs typeface="Arial" pitchFamily="34" charset="0"/>
              </a:rPr>
              <a:t>UPDATE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atualizar dados;</a:t>
            </a:r>
          </a:p>
          <a:p>
            <a:r>
              <a:rPr lang="pt-BR" sz="2000" i="1" dirty="0" smtClean="0">
                <a:latin typeface="Arial" pitchFamily="34" charset="0"/>
                <a:cs typeface="Arial" pitchFamily="34" charset="0"/>
              </a:rPr>
              <a:t>DELETE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excluir dados.</a:t>
            </a:r>
          </a:p>
          <a:p>
            <a:pPr>
              <a:buNone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No projeto foram criados os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triggers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trg_copia_clientes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e </a:t>
            </a:r>
            <a:r>
              <a:rPr lang="pt-BR" sz="20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trg_copia_fornecedores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, relacionados á cópia de dados para tabelas temporárias.1’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142</TotalTime>
  <Words>290</Words>
  <Application>Microsoft Office PowerPoint</Application>
  <PresentationFormat>Apresentação na tela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Balcão Envidraçado</vt:lpstr>
      <vt:lpstr>Banco de dados</vt:lpstr>
      <vt:lpstr>O que é um banco de dados?</vt:lpstr>
      <vt:lpstr>Tabelas e organização dos dados</vt:lpstr>
      <vt:lpstr>Views: quais dados mostram?</vt:lpstr>
      <vt:lpstr>Stored Procedures: o que fazem?</vt:lpstr>
      <vt:lpstr>Triggers: o que fazem?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aluno</dc:creator>
  <cp:lastModifiedBy>aluno</cp:lastModifiedBy>
  <cp:revision>15</cp:revision>
  <dcterms:created xsi:type="dcterms:W3CDTF">2026-10-15T16:58:02Z</dcterms:created>
  <dcterms:modified xsi:type="dcterms:W3CDTF">2026-10-15T19:20:33Z</dcterms:modified>
</cp:coreProperties>
</file>